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59" r:id="rId5"/>
    <p:sldId id="261" r:id="rId6"/>
    <p:sldId id="260" r:id="rId7"/>
    <p:sldId id="267" r:id="rId8"/>
    <p:sldId id="257" r:id="rId9"/>
    <p:sldId id="266" r:id="rId10"/>
    <p:sldId id="262" r:id="rId11"/>
    <p:sldId id="26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0214-BA58-4F5D-BFE7-403D52BFD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5ABB4-264D-40B2-B943-15254C71E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01B59-F7F9-4E0F-B1D8-246EFA9D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43A5E-2546-4DD4-961E-C72142F1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EF4D3-D2BA-455A-8069-57972A53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4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7BFD-337E-42B5-971F-B737156F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9D9A9-E45D-4D30-A92B-5FD02EC8C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56470-202E-46C8-82B6-2D64A1C5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6CD94-EF7C-4BAA-8AFC-90217A3E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14A5A-EA74-42B8-BEDD-129A51A6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21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98B11-9E3D-4249-A910-A0BAFAF5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FB022-3024-4A73-AE83-211D353BD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08CD4-412F-45B1-BCF2-C80346B6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C124-1140-4159-A852-4C47C259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957FE-8603-42E7-8089-9B9C7C10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2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4BC2-484B-4141-B6C8-33E37AE5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BB39F-84B0-40AB-8344-E1BD58AF2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1F44B-0DCE-49A9-A0DD-7895279A7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C6A3E-5923-490D-B03B-5461A5C6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25874-2E91-42D6-986E-2777829A4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8B019-FDD2-4F4F-B450-DBF029D0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8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1E08-BB4A-431B-8CDE-B9A583EC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CE3FD-4DC4-445A-881B-D7D665C8E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7119C-138F-4771-AD7B-0B7F32D44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6F66A-1ADB-4843-AFEA-3A294F2D3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3FE35-C252-449B-89C3-1248615CF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25D2F-C5DB-41A7-8642-DB38D099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7EA4C-922F-48DB-9EB0-A2D38FE8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85A59-FCEF-466B-AD2B-9BA592C7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2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026C-F1BE-4DFB-B825-DFEED4EB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C4C12-F7E5-4907-9F80-DB93FADA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CBE8B-9A94-40A6-8F9F-5B4DB246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26993-9E54-4339-A0E3-A7C7CDEA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F19F9-174B-4116-A0C1-DF3CEE04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C9061-1766-4D7D-9A0D-30E5FA1B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BA6CB-5478-4F0E-BAAF-33BAD9F0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2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78A5-3F70-4876-A919-4D51DE69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1275-0736-4035-B7AA-358F32937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58A37-E317-4333-950B-776935289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47C65-EF30-4556-9CA7-E2C6EF60D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F4AF8-97D8-4D39-BDA6-A4EE6D9E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1D3D5-2011-4D05-B7A4-20F4BCFE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0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7F3D-3D1E-4605-908B-F0A9E17B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0EBF5-A2A6-4FF2-95A5-4A7A3DC07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B674D-F757-4D36-9116-45EB9215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F99B3-4BA2-42D7-97F2-38ABA62C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00477-BF6B-41B5-BE91-0F5D4129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1808C-906C-470C-8BE0-EFDD1ADB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185D-482A-4FE4-86C1-B187E59E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7329E-9267-430C-B60B-A94DFF363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CA02B-7CCF-45FC-91B1-7A78A350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A03F4-AA38-4C20-9626-36060B676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79363-57B2-49D9-87D0-5188AE6F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E1856-1A33-44A2-9CEE-758308E3B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8E25B-A40A-48DB-96D2-6B9AD51F2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4FE4A-4F32-4E4D-BFDA-963F0B48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1C594-1A9A-42D7-9701-65956752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3888A-BDE7-4AA4-B3B9-E998F1E9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2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52487-F00C-44FC-9669-D548E518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E0E08-1A4F-4658-A8AB-463A9D88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8BCC9-08D0-473E-A434-1A23D5CCC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7DCD9-9688-4EA2-AEB3-1B43152D4EFB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AC637-F20C-4C34-8EDB-EA55FE58D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553A4-02E8-441A-89B1-7DA22A138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3E7D-3DB8-4A1C-A50C-63719CBB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0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6E20-B762-4A27-A44F-A2F4AA392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Design and implement a 1x8 silicon photonic power divider using multiple 1x2 multi-mode interferometers (pdk.MMI1x2Optimized1550())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93EA8-8587-49D5-BAD0-B3BE9C6A7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532" y="4196842"/>
            <a:ext cx="9144000" cy="1655762"/>
          </a:xfrm>
        </p:spPr>
        <p:txBody>
          <a:bodyPr/>
          <a:lstStyle/>
          <a:p>
            <a:r>
              <a:rPr lang="en-US" dirty="0"/>
              <a:t>By: Nittala Satya Surya Lakshmi Vasuki Siva Srinivas</a:t>
            </a:r>
          </a:p>
          <a:p>
            <a:r>
              <a:rPr lang="en-US" dirty="0"/>
              <a:t>#Student ID: 620094</a:t>
            </a:r>
          </a:p>
          <a:p>
            <a:r>
              <a:rPr lang="en-US" dirty="0"/>
              <a:t>E-mail : sn620094@wne.edu</a:t>
            </a:r>
          </a:p>
        </p:txBody>
      </p:sp>
    </p:spTree>
    <p:extLst>
      <p:ext uri="{BB962C8B-B14F-4D97-AF65-F5344CB8AC3E}">
        <p14:creationId xmlns:p14="http://schemas.microsoft.com/office/powerpoint/2010/main" val="349059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0BF6A-226C-4FA6-B7D0-456902394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229"/>
            <a:ext cx="10515600" cy="583073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Design of1x8 silicon photonic power divider in IPKISS Canvas 3.10.1 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Code Template for Power Divider 1x8 in IPKISS canvas 3.10.1 .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1x8 silicon photonic power divider in PYCHARM</a:t>
            </a:r>
          </a:p>
          <a:p>
            <a:pPr>
              <a:lnSpc>
                <a:spcPct val="200000"/>
              </a:lnSpc>
            </a:pPr>
            <a:r>
              <a:rPr lang="en-US" b="1" dirty="0"/>
              <a:t>Scattering parameter simulation results in PYCHARM.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	- </a:t>
            </a:r>
            <a:r>
              <a:rPr lang="en-US" sz="2800" b="1" dirty="0"/>
              <a:t>1x8 silicon photonic power divider using multiple 1x2 multi-mode interferometers.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               - </a:t>
            </a:r>
            <a:r>
              <a:rPr lang="en-US" b="1"/>
              <a:t>Simulation results </a:t>
            </a:r>
            <a:r>
              <a:rPr lang="en-US" b="1" dirty="0"/>
              <a:t>of </a:t>
            </a:r>
            <a:r>
              <a:rPr lang="en-US" sz="2800" b="1" dirty="0"/>
              <a:t>1x8 silicon photonic power divider.</a:t>
            </a:r>
            <a:endParaRPr lang="en-US" b="1" dirty="0"/>
          </a:p>
          <a:p>
            <a:pPr>
              <a:lnSpc>
                <a:spcPct val="200000"/>
              </a:lnSpc>
            </a:pPr>
            <a:r>
              <a:rPr lang="en-US" sz="2800" b="1" dirty="0"/>
              <a:t>Power_Divider1x8.gds[Power Divider 1x8] K7layout – [1/0]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Power_Divider1x8.gds[Power Divider 1x8] K7layout – [50/2]</a:t>
            </a:r>
          </a:p>
          <a:p>
            <a:endParaRPr lang="en-US" sz="2800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4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C67A-C976-406D-A10E-3E2C63901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6425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Design of1x8 silicon photonic power divider in IPKISS Canvas 3.10.1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6BE26-B2FE-4AD5-BC6A-B74A9A5DD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03" y="1305017"/>
            <a:ext cx="8868794" cy="54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5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EC4A-ACE9-4EF9-9EC0-CFA5DDBCD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113" y="221942"/>
            <a:ext cx="10563687" cy="11363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Code Template for Power Divider 1x8 in IPKISS canvas 3.10.1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E14FE-D7EF-4E5C-BAF9-0FB57078E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6" y="1358286"/>
            <a:ext cx="6334709" cy="4350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9A946-23A7-49B5-92C1-6DDFD609B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79" y="1935332"/>
            <a:ext cx="5889134" cy="482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3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404A-E7D7-442A-9ABC-C35C08BD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428"/>
            <a:ext cx="10515600" cy="86887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r>
              <a:rPr lang="en-US" sz="4400" b="1" dirty="0"/>
              <a:t>1x8 silicon photonic power divider in PYCHARM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D3EB8-1398-4B36-9052-80102BA12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01" y="1197577"/>
            <a:ext cx="10377998" cy="551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5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AF96-92D1-406D-92F8-3A91817B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335"/>
            <a:ext cx="10515600" cy="97540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Scattering parameter simulation results in PYCHARM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25DFE-9E34-44B5-9C30-E1A12668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41" y="1177616"/>
            <a:ext cx="11491404" cy="560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44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D0780-8B22-42B6-A8CB-2F5C86D83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26" y="266330"/>
            <a:ext cx="11456241" cy="644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58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37ED5-63D4-40A7-880E-D1A5E395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32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1x8 silicon photonic power divider using multiple 1x2 multi-mode interferometers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6B4D0-1E75-49FD-BD81-2804AB05C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0889"/>
            <a:ext cx="10324225" cy="512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11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9A26-EEA3-4000-95AF-2C6EBBCA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3481"/>
            <a:ext cx="10515600" cy="701335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Simulation results of 1x8 silicon photonic power divider.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28F0A-CD4E-4A11-A6F2-8A7C5BFEE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59" y="1242874"/>
            <a:ext cx="11097087" cy="507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89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B266-9124-4207-8E5C-54694C54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47664" cy="815604"/>
          </a:xfrm>
        </p:spPr>
        <p:txBody>
          <a:bodyPr>
            <a:noAutofit/>
          </a:bodyPr>
          <a:lstStyle/>
          <a:p>
            <a:r>
              <a:rPr lang="en-US" sz="3200" b="1" dirty="0"/>
              <a:t>Power_Divider1x8.gds[Power Divider 1x8] K7layout – [1/0]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96BF4-A375-4C9C-B26C-F1613A53E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13" y="1278384"/>
            <a:ext cx="9575773" cy="518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7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9E8F-EF27-46D0-A237-DE1438C2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78483" cy="602541"/>
          </a:xfrm>
        </p:spPr>
        <p:txBody>
          <a:bodyPr>
            <a:normAutofit/>
          </a:bodyPr>
          <a:lstStyle/>
          <a:p>
            <a:r>
              <a:rPr lang="en-US" sz="3200" b="1" dirty="0"/>
              <a:t>Power_Divider1x8.gds[Power Divider 1x8] K7layout – [50/2]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0ED70-BA29-45AE-963A-0659EB91B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31" y="1090530"/>
            <a:ext cx="9257683" cy="540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E8B2-E039-4318-933F-D56EF6FA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173" y="2766218"/>
            <a:ext cx="2011532" cy="1325563"/>
          </a:xfrm>
        </p:spPr>
        <p:txBody>
          <a:bodyPr/>
          <a:lstStyle/>
          <a:p>
            <a:r>
              <a:rPr lang="en-US" b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552388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216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Design and implement a 1x8 silicon photonic power divider using multiple 1x2 multi-mode interferometers (pdk.MMI1x2Optimized1550())</vt:lpstr>
      <vt:lpstr>PowerPoint Presentation</vt:lpstr>
      <vt:lpstr>Design of1x8 silicon photonic power divider in IPKISS Canvas 3.10.1</vt:lpstr>
      <vt:lpstr>Code Template for Power Divider 1x8 in IPKISS canvas 3.10.1</vt:lpstr>
      <vt:lpstr> 1x8 silicon photonic power divider in PYCHARM</vt:lpstr>
      <vt:lpstr>Scattering parameter simulation results in PYCHARM</vt:lpstr>
      <vt:lpstr>PowerPoint Presentation</vt:lpstr>
      <vt:lpstr>1x8 silicon photonic power divider using multiple 1x2 multi-mode interferometers</vt:lpstr>
      <vt:lpstr>Simulation results of 1x8 silicon photonic power divider. </vt:lpstr>
      <vt:lpstr>Power_Divider1x8.gds[Power Divider 1x8] K7layout – [1/0]</vt:lpstr>
      <vt:lpstr>Power_Divider1x8.gds[Power Divider 1x8] K7layout – [50/2]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 a 1x8 silicon photonic power divider using multiple 1x2 multi-mode interferometers (pdk.MMI1x2Optimized1550())</dc:title>
  <dc:creator>Satyasuryalakshmivasukisiva Sr Nittala</dc:creator>
  <cp:lastModifiedBy>Satyasuryalakshmivasukisiva Sr Nittala</cp:lastModifiedBy>
  <cp:revision>14</cp:revision>
  <dcterms:created xsi:type="dcterms:W3CDTF">2024-02-26T02:06:42Z</dcterms:created>
  <dcterms:modified xsi:type="dcterms:W3CDTF">2024-02-27T23:59:16Z</dcterms:modified>
</cp:coreProperties>
</file>